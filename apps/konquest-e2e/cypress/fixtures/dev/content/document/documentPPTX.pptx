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64E2E-E6C4-4E84-843E-808B32A07A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877B66-A878-41D2-8CF4-8C0BFE5CE1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B22733-46E8-4C5C-A7F0-18DC835268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579D13-2EE7-4AFB-9C5B-0FF3193D66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2E2E7D-EE39-426D-81FB-2EECE7BCEE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60C96B-ED36-404F-BA20-3E987030AF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ADFD1C-43B6-49EF-A744-3FAB5BB0D2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54A758-4424-4EC5-9A1D-28A9278A80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0EC92-57E2-4CD1-AF46-10D1435425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74BA0-F841-4D42-B2E7-5493CB7D51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EAB472-4CA5-43C3-82D1-488B9BA1B9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A728A6-B1C2-439C-A938-A1326638CB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</a:t>
            </a:r>
            <a:r>
              <a:rPr b="0" lang="pt-BR" sz="4400" spc="-1" strike="noStrike">
                <a:latin typeface="Arial"/>
              </a:rPr>
              <a:t>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de texto dos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Segundo nível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Terceiro nível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Quarto nível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Quinto nível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Sexto nível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Sétimo nível de tópicos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A65A27C-3674-419C-9888-281DC91B2694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0000" y="193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KEEPS</a:t>
            </a:r>
            <a:endParaRPr b="0" lang="pt-BR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LibreOffice/7.3.3.2$Linux_X86_64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2022-06-09T17:01:04Z</dcterms:created>
  <dc:creator/>
  <dc:description/>
  <dc:language>pt-BR</dc:language>
  <cp:lastModifiedBy/>
  <dcterms:modified xsi:type="dcterms:W3CDTF">2022-06-09T17:02:12Z</dcterms:modified>
  <cp:revision>1</cp:revision>
  <dc:subject/>
  <dc:title/>
</cp:coreProperties>
</file>